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</a:t>
            </a:r>
            <a:pPr indent="0" marL="0">
              <a:buNone/>
            </a:pPr>
            <a:r>
              <a:rPr lang="en-US" sz="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 Research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creator's tool for deciding what to make next — built to be honest about the data.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977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guide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· one engine · age-fair by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is, who it's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1F7F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83080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desktop app you run on your own computer.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public YouTube data and uses AI to turn it into plain-English advice: what's working in a niche, what to copy from a video, and what's trending now.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design goal: never mislead you with a number that just looks impressive.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57800" cy="4297680"/>
          </a:xfrm>
          <a:prstGeom prst="roundRect">
            <a:avLst>
              <a:gd name="adj" fmla="val 1915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1828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&amp; researchers who want real signal, not vanity numbers.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needed.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copy files into a folder and run two commands, you can use 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that makes it trustworthy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Age-fair velocity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BEFE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The trap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800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videos by raw views per day.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1-day-old video and a 1-year-old video aren't comparable — the old one simply had more time. Raw 'views/day' quietly rewards whatever is newest.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EAF6F3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fix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09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video only to others of a similar age.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Old-vs-new becomes a fair fight. 'What's actually working' stops being 'what's just newest'. Every pattern in the app uses this.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if a 'trend' is really one channel, the app says so. Heuristics are labelled, never dressed up as facts.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 / Genre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400800" cy="3749040"/>
          </a:xfrm>
          <a:prstGeom prst="roundRect">
            <a:avLst>
              <a:gd name="adj" fmla="val 2195"/>
            </a:avLst>
          </a:prstGeom>
          <a:solidFill>
            <a:srgbClr val="F1F7F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recent videos for a topic, separates Shorts from long-form, and shows what's over- and under-performing — plus what the top videos do differently. Saves every run to an archive.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patterns in a niche that actually hold up over time.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965960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43800" y="225856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207568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Over/under-performers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age-fair, by format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172968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43800" y="346557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3282696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winners do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length, hooks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4379976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43800" y="46725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672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4489704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signal vs noise across runs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Single-Video Teardown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400800" cy="3749040"/>
          </a:xfrm>
          <a:prstGeom prst="roundRect">
            <a:avLst>
              <a:gd name="adj" fmla="val 2195"/>
            </a:avLst>
          </a:prstGeom>
          <a:solidFill>
            <a:srgbClr val="F1F7F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Deep-dives one video: how it did vs the creator's OWN channel, an AI 'what to steal', a plain summary of what it's about, the moments the audience flagged, and which parts can be Shorts.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exactly what to copy from a video — and what to clip.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965960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43800" y="225856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207568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steal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breakdown of the moves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172968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43800" y="3465576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3282696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moments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people quote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4379976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43800" y="4672584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672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4489704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Short-ability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clips can be Shorts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Discovery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400800" cy="3749040"/>
          </a:xfrm>
          <a:prstGeom prst="roundRect">
            <a:avLst>
              <a:gd name="adj" fmla="val 2195"/>
            </a:avLst>
          </a:prstGeom>
          <a:solidFill>
            <a:srgbClr val="F1F7F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broad area (Gaming, Cooking, Fitness…) and it surfaces the SPECIFIC trending sub-niches inside it, each with its most popular videos — worldwide, no region to pick.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rising, under-served topics worth jumping 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965960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43800" y="2258568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207568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trends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niche inside the niche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172968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43800" y="3465576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3282696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videos per trend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4379976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43800" y="4672584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672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4489704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
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trend vs one viral hit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it up in 4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 Python 3. Type each command in a terminal, in the project folder.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1F7F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385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2029968"/>
            <a:ext cx="64922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02996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1F7F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13639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017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keys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64922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1089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.env file with YT_KEY and ANTHROPIC_API_KEY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1F7F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215384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40965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it's healthy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754880" y="4187952"/>
            <a:ext cx="64922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41879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self_check.py   (optional, no keys needed)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1F7F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5294376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5294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517550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754880" y="5266944"/>
            <a:ext cx="64922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526694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   →   opens at localhost:8501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tells you what it can't know — that's the point.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120640" cy="1463040"/>
          </a:xfrm>
          <a:prstGeom prst="roundRect">
            <a:avLst>
              <a:gd name="adj" fmla="val 5625"/>
            </a:avLst>
          </a:prstGeom>
          <a:solidFill>
            <a:srgbClr val="2A347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copyright oracle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Ad-friendliness is a hint from the transcript, not a strike prediction.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2240280"/>
            <a:ext cx="5120640" cy="1463040"/>
          </a:xfrm>
          <a:prstGeom prst="roundRect">
            <a:avLst>
              <a:gd name="adj" fmla="val 5625"/>
            </a:avLst>
          </a:prstGeom>
          <a:solidFill>
            <a:srgbClr val="2A3470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'most replayed'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8803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API. Clip ideas come from content + what the audience quotes.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5120640" cy="1463040"/>
          </a:xfrm>
          <a:prstGeom prst="roundRect">
            <a:avLst>
              <a:gd name="adj" fmla="val 5625"/>
            </a:avLst>
          </a:prstGeom>
          <a:solidFill>
            <a:srgbClr val="2A347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editing detection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done via API — it shows you winners to study instead.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931920"/>
            <a:ext cx="5120640" cy="1463040"/>
          </a:xfrm>
          <a:prstGeom prst="roundRect">
            <a:avLst>
              <a:gd name="adj" fmla="val 5625"/>
            </a:avLst>
          </a:prstGeom>
          <a:solidFill>
            <a:srgbClr val="2A3470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need history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5720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snapshot = what's fast. Save over time to see what's rising.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locally · keep your keys private · let the numbers earn your trust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Niche Research — New User Guide</dc:title>
  <dc:subject>PptxGenJS Presentation</dc:subject>
  <dc:creator>YouTube Niche Research</dc:creator>
  <cp:lastModifiedBy>YouTube Niche Research</cp:lastModifiedBy>
  <cp:revision>1</cp:revision>
  <dcterms:created xsi:type="dcterms:W3CDTF">2026-06-30T06:58:44Z</dcterms:created>
  <dcterms:modified xsi:type="dcterms:W3CDTF">2026-06-30T06:58:44Z</dcterms:modified>
</cp:coreProperties>
</file>